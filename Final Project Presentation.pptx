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8B89F7-C007-4719-9E4B-F68C795AD8C0}" v="33" dt="2026-05-05T01:06:34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026" autoAdjust="0"/>
  </p:normalViewPr>
  <p:slideViewPr>
    <p:cSldViewPr snapToGrid="0">
      <p:cViewPr varScale="1">
        <p:scale>
          <a:sx n="59" d="100"/>
          <a:sy n="59" d="100"/>
        </p:scale>
        <p:origin x="158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kle, Mia" userId="fde955cf-d296-4e3a-b4f2-200f3464bd0d" providerId="ADAL" clId="{0F4908CA-AA2A-4138-AA13-FFC7644777BE}"/>
    <pc:docChg chg="undo custSel addSld modSld">
      <pc:chgData name="Dukle, Mia" userId="fde955cf-d296-4e3a-b4f2-200f3464bd0d" providerId="ADAL" clId="{0F4908CA-AA2A-4138-AA13-FFC7644777BE}" dt="2026-05-05T01:06:34.764" v="2318" actId="20577"/>
      <pc:docMkLst>
        <pc:docMk/>
      </pc:docMkLst>
      <pc:sldChg chg="addSp modSp new mod setBg">
        <pc:chgData name="Dukle, Mia" userId="fde955cf-d296-4e3a-b4f2-200f3464bd0d" providerId="ADAL" clId="{0F4908CA-AA2A-4138-AA13-FFC7644777BE}" dt="2026-05-03T17:21:13.485" v="2299" actId="20577"/>
        <pc:sldMkLst>
          <pc:docMk/>
          <pc:sldMk cId="3165811298" sldId="256"/>
        </pc:sldMkLst>
        <pc:spChg chg="mod">
          <ac:chgData name="Dukle, Mia" userId="fde955cf-d296-4e3a-b4f2-200f3464bd0d" providerId="ADAL" clId="{0F4908CA-AA2A-4138-AA13-FFC7644777BE}" dt="2026-05-03T16:47:25.593" v="195" actId="403"/>
          <ac:spMkLst>
            <pc:docMk/>
            <pc:sldMk cId="3165811298" sldId="256"/>
            <ac:spMk id="2" creationId="{28387C53-4895-963E-CB8A-358233FF4570}"/>
          </ac:spMkLst>
        </pc:spChg>
        <pc:spChg chg="mod">
          <ac:chgData name="Dukle, Mia" userId="fde955cf-d296-4e3a-b4f2-200f3464bd0d" providerId="ADAL" clId="{0F4908CA-AA2A-4138-AA13-FFC7644777BE}" dt="2026-05-03T17:21:13.485" v="2299" actId="20577"/>
          <ac:spMkLst>
            <pc:docMk/>
            <pc:sldMk cId="3165811298" sldId="256"/>
            <ac:spMk id="3" creationId="{774DB786-93FC-D3FA-2F07-BC4E9EEC7F8F}"/>
          </ac:spMkLst>
        </pc:spChg>
        <pc:spChg chg="add">
          <ac:chgData name="Dukle, Mia" userId="fde955cf-d296-4e3a-b4f2-200f3464bd0d" providerId="ADAL" clId="{0F4908CA-AA2A-4138-AA13-FFC7644777BE}" dt="2026-05-03T16:46:16.394" v="177" actId="26606"/>
          <ac:spMkLst>
            <pc:docMk/>
            <pc:sldMk cId="3165811298" sldId="256"/>
            <ac:spMk id="1031" creationId="{DF05ACD0-FF4A-4F8F-B5C5-6A4EBD0D1B38}"/>
          </ac:spMkLst>
        </pc:spChg>
        <pc:spChg chg="add">
          <ac:chgData name="Dukle, Mia" userId="fde955cf-d296-4e3a-b4f2-200f3464bd0d" providerId="ADAL" clId="{0F4908CA-AA2A-4138-AA13-FFC7644777BE}" dt="2026-05-03T16:46:16.394" v="177" actId="26606"/>
          <ac:spMkLst>
            <pc:docMk/>
            <pc:sldMk cId="3165811298" sldId="256"/>
            <ac:spMk id="1033" creationId="{4C9AFA28-B5ED-4346-9AF7-68A157F16C7E}"/>
          </ac:spMkLst>
        </pc:spChg>
        <pc:picChg chg="add mod">
          <ac:chgData name="Dukle, Mia" userId="fde955cf-d296-4e3a-b4f2-200f3464bd0d" providerId="ADAL" clId="{0F4908CA-AA2A-4138-AA13-FFC7644777BE}" dt="2026-05-03T16:46:16.394" v="177" actId="26606"/>
          <ac:picMkLst>
            <pc:docMk/>
            <pc:sldMk cId="3165811298" sldId="256"/>
            <ac:picMk id="1026" creationId="{2857407F-F34A-EAD3-04C4-C6E1A9F304D7}"/>
          </ac:picMkLst>
        </pc:picChg>
      </pc:sldChg>
      <pc:sldChg chg="addSp modSp new mod modNotesTx">
        <pc:chgData name="Dukle, Mia" userId="fde955cf-d296-4e3a-b4f2-200f3464bd0d" providerId="ADAL" clId="{0F4908CA-AA2A-4138-AA13-FFC7644777BE}" dt="2026-05-05T01:04:59.914" v="2303" actId="20577"/>
        <pc:sldMkLst>
          <pc:docMk/>
          <pc:sldMk cId="732574228" sldId="257"/>
        </pc:sldMkLst>
        <pc:spChg chg="mod">
          <ac:chgData name="Dukle, Mia" userId="fde955cf-d296-4e3a-b4f2-200f3464bd0d" providerId="ADAL" clId="{0F4908CA-AA2A-4138-AA13-FFC7644777BE}" dt="2026-05-03T16:45:28.549" v="173" actId="20577"/>
          <ac:spMkLst>
            <pc:docMk/>
            <pc:sldMk cId="732574228" sldId="257"/>
            <ac:spMk id="2" creationId="{4469D6D7-9FA2-CEEA-BF72-5C73665E677D}"/>
          </ac:spMkLst>
        </pc:spChg>
        <pc:spChg chg="mod">
          <ac:chgData name="Dukle, Mia" userId="fde955cf-d296-4e3a-b4f2-200f3464bd0d" providerId="ADAL" clId="{0F4908CA-AA2A-4138-AA13-FFC7644777BE}" dt="2026-05-03T17:02:07.414" v="1505" actId="1076"/>
          <ac:spMkLst>
            <pc:docMk/>
            <pc:sldMk cId="732574228" sldId="257"/>
            <ac:spMk id="3" creationId="{05DEED0C-0C26-11A6-F27B-E497B747D479}"/>
          </ac:spMkLst>
        </pc:spChg>
        <pc:picChg chg="add mod">
          <ac:chgData name="Dukle, Mia" userId="fde955cf-d296-4e3a-b4f2-200f3464bd0d" providerId="ADAL" clId="{0F4908CA-AA2A-4138-AA13-FFC7644777BE}" dt="2026-05-03T17:02:10.971" v="1506" actId="1076"/>
          <ac:picMkLst>
            <pc:docMk/>
            <pc:sldMk cId="732574228" sldId="257"/>
            <ac:picMk id="2050" creationId="{D3C09662-4E68-64D8-8D0E-A05FF6BC8E04}"/>
          </ac:picMkLst>
        </pc:picChg>
      </pc:sldChg>
      <pc:sldChg chg="addSp modSp new mod modNotesTx">
        <pc:chgData name="Dukle, Mia" userId="fde955cf-d296-4e3a-b4f2-200f3464bd0d" providerId="ADAL" clId="{0F4908CA-AA2A-4138-AA13-FFC7644777BE}" dt="2026-05-05T01:06:34.764" v="2318" actId="20577"/>
        <pc:sldMkLst>
          <pc:docMk/>
          <pc:sldMk cId="1823910532" sldId="258"/>
        </pc:sldMkLst>
        <pc:spChg chg="mod">
          <ac:chgData name="Dukle, Mia" userId="fde955cf-d296-4e3a-b4f2-200f3464bd0d" providerId="ADAL" clId="{0F4908CA-AA2A-4138-AA13-FFC7644777BE}" dt="2026-05-03T16:54:09.922" v="853" actId="20577"/>
          <ac:spMkLst>
            <pc:docMk/>
            <pc:sldMk cId="1823910532" sldId="258"/>
            <ac:spMk id="2" creationId="{8CF575DF-3F67-5832-6FFB-F36BCA7FF4AD}"/>
          </ac:spMkLst>
        </pc:spChg>
        <pc:spChg chg="mod">
          <ac:chgData name="Dukle, Mia" userId="fde955cf-d296-4e3a-b4f2-200f3464bd0d" providerId="ADAL" clId="{0F4908CA-AA2A-4138-AA13-FFC7644777BE}" dt="2026-05-03T17:01:53.314" v="1504" actId="20577"/>
          <ac:spMkLst>
            <pc:docMk/>
            <pc:sldMk cId="1823910532" sldId="258"/>
            <ac:spMk id="3" creationId="{A1CFAA2F-3F1E-7B99-F5EC-CD6B60944BDC}"/>
          </ac:spMkLst>
        </pc:spChg>
        <pc:spChg chg="add mod">
          <ac:chgData name="Dukle, Mia" userId="fde955cf-d296-4e3a-b4f2-200f3464bd0d" providerId="ADAL" clId="{0F4908CA-AA2A-4138-AA13-FFC7644777BE}" dt="2026-05-03T16:59:57.434" v="1350" actId="207"/>
          <ac:spMkLst>
            <pc:docMk/>
            <pc:sldMk cId="1823910532" sldId="258"/>
            <ac:spMk id="4" creationId="{7B3EBDCD-015F-C3E5-0310-80361D0B69F4}"/>
          </ac:spMkLst>
        </pc:spChg>
      </pc:sldChg>
      <pc:sldChg chg="modSp new mod modNotesTx">
        <pc:chgData name="Dukle, Mia" userId="fde955cf-d296-4e3a-b4f2-200f3464bd0d" providerId="ADAL" clId="{0F4908CA-AA2A-4138-AA13-FFC7644777BE}" dt="2026-05-05T01:06:26.054" v="2306" actId="20577"/>
        <pc:sldMkLst>
          <pc:docMk/>
          <pc:sldMk cId="438578819" sldId="259"/>
        </pc:sldMkLst>
        <pc:spChg chg="mod">
          <ac:chgData name="Dukle, Mia" userId="fde955cf-d296-4e3a-b4f2-200f3464bd0d" providerId="ADAL" clId="{0F4908CA-AA2A-4138-AA13-FFC7644777BE}" dt="2026-05-03T17:03:12.131" v="1537" actId="20577"/>
          <ac:spMkLst>
            <pc:docMk/>
            <pc:sldMk cId="438578819" sldId="259"/>
            <ac:spMk id="2" creationId="{78D9B82C-9001-7587-61B7-6D89D205C69D}"/>
          </ac:spMkLst>
        </pc:spChg>
        <pc:spChg chg="mod">
          <ac:chgData name="Dukle, Mia" userId="fde955cf-d296-4e3a-b4f2-200f3464bd0d" providerId="ADAL" clId="{0F4908CA-AA2A-4138-AA13-FFC7644777BE}" dt="2026-05-03T17:19:28.941" v="2162" actId="207"/>
          <ac:spMkLst>
            <pc:docMk/>
            <pc:sldMk cId="438578819" sldId="259"/>
            <ac:spMk id="3" creationId="{259FC671-90FD-F647-551A-C18E849E3197}"/>
          </ac:spMkLst>
        </pc:spChg>
      </pc:sldChg>
      <pc:sldChg chg="modSp new mod">
        <pc:chgData name="Dukle, Mia" userId="fde955cf-d296-4e3a-b4f2-200f3464bd0d" providerId="ADAL" clId="{0F4908CA-AA2A-4138-AA13-FFC7644777BE}" dt="2026-05-03T17:20:17.853" v="2298" actId="20577"/>
        <pc:sldMkLst>
          <pc:docMk/>
          <pc:sldMk cId="2849767010" sldId="260"/>
        </pc:sldMkLst>
        <pc:spChg chg="mod">
          <ac:chgData name="Dukle, Mia" userId="fde955cf-d296-4e3a-b4f2-200f3464bd0d" providerId="ADAL" clId="{0F4908CA-AA2A-4138-AA13-FFC7644777BE}" dt="2026-05-03T17:19:43.127" v="2174" actId="20577"/>
          <ac:spMkLst>
            <pc:docMk/>
            <pc:sldMk cId="2849767010" sldId="260"/>
            <ac:spMk id="2" creationId="{007E8B8D-DF01-7C08-5301-C3022AFCCA8F}"/>
          </ac:spMkLst>
        </pc:spChg>
        <pc:spChg chg="mod">
          <ac:chgData name="Dukle, Mia" userId="fde955cf-d296-4e3a-b4f2-200f3464bd0d" providerId="ADAL" clId="{0F4908CA-AA2A-4138-AA13-FFC7644777BE}" dt="2026-05-03T17:20:17.853" v="2298" actId="20577"/>
          <ac:spMkLst>
            <pc:docMk/>
            <pc:sldMk cId="2849767010" sldId="260"/>
            <ac:spMk id="3" creationId="{1A7B4357-87D4-EE5C-DA61-D3AC407BD8B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854DA-8F54-4784-BA9F-C44CBB6BDBB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714E1-3918-4A7C-BB66-BD543972E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112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714E1-3918-4A7C-BB66-BD543972E6D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112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Meredith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714E1-3918-4A7C-BB66-BD543972E6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762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714E1-3918-4A7C-BB66-BD543972E6D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34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FE279-F9EE-548A-B9B5-59FBE6A26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63303-AB25-7C6D-80BB-E3513D459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E1A53-14AB-880A-DE3C-E31D562D5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4533-5300-4816-AFD1-BA43A2621A1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44696-FDDD-5A5C-51AC-7F7861AF5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092EE-7B41-46C9-E10B-23C70A5EE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B11E-0640-4EF2-86DB-B6D9A51F6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42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A8837-37CE-2E9B-F2EF-AC0FC1238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723E7-3098-43B7-3000-92F892950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625E6-3753-3CCE-29F5-1CED64348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4533-5300-4816-AFD1-BA43A2621A1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9BEC-B1D7-9271-E061-33EA1BFAB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A200A-864E-1E57-4999-56C4D489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B11E-0640-4EF2-86DB-B6D9A51F6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984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701D0-4FF4-07F4-CB0F-1AAAA99B8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C2174-B456-6535-9281-59841259B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DE2EA-4BFE-B043-19AC-104E9795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4533-5300-4816-AFD1-BA43A2621A1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A6AC9-E8F9-54A0-5BE3-EC2D0CE3D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D392C-CAC7-C7CB-A28A-E086B67FA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B11E-0640-4EF2-86DB-B6D9A51F6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16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54B5E-A3FD-0730-27BB-83DCC00F8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508CE-2AD4-41FE-9AF9-4D16BE0A82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5FF5D-1514-2ABD-BF02-EE30E73B7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DEF1C-AE01-1F7B-767B-9B477DBCD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4533-5300-4816-AFD1-BA43A2621A1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FECE0-5DDC-1D1E-9A80-AD4738A29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D9189-0A1A-CA15-6CCD-7DD0F5554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B11E-0640-4EF2-86DB-B6D9A51F6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519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F018F-7EB8-C6F8-AFBB-39838DD6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29FEE-E6F4-F261-45EC-DE1EF5BAD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67EE9-9914-88EC-26B5-D7FFAE735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362C96-9B11-035D-C363-C1579726CC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683C23-DC25-563D-BFE2-714BBA0F3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A242-A72F-692A-88AE-3AEA5D86B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4533-5300-4816-AFD1-BA43A2621A1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9570C8-E117-AC6A-94A1-2C22DDDA0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1E7DA6-DDF9-59E7-6358-5C4153198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B11E-0640-4EF2-86DB-B6D9A51F6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75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FD3E5-CDE8-5CAC-AF68-E7F53AA11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61330C-CA73-3936-A13C-79375F90F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4533-5300-4816-AFD1-BA43A2621A1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F238B6-5893-7CE0-99AC-BF0F65FBF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85FCD9-6FF4-5199-6156-2ABF83D77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B11E-0640-4EF2-86DB-B6D9A51F6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38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B07F50-B526-2940-074A-B6C8845C8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4533-5300-4816-AFD1-BA43A2621A1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943181-FF88-2E74-C97F-6A458469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4EA50-2393-2C2C-1F16-33D4B8336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B11E-0640-4EF2-86DB-B6D9A51F6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35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75B9C-24E3-3864-5E9C-862416C9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64998-7BBF-BC47-2324-2568CD74E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1FDF0-6168-624E-DFD0-6BCCA5E49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91A35-49FE-E5CD-69F8-5B1349C58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4533-5300-4816-AFD1-BA43A2621A1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1FF29-99E0-46C5-465A-A572EE5E1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AB643-A707-3C62-62B6-22732EFC6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B11E-0640-4EF2-86DB-B6D9A51F6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39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B86F8-DA84-F84D-3D8D-955F9415C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151D5D-89F9-6436-7453-3C4361B65D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7F128F-833C-A9B0-C43E-15061674D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2DF0F-95B2-AA1C-5AB8-9A4DB7996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4533-5300-4816-AFD1-BA43A2621A1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7C8A7-7DE0-FD3A-64DD-C7CD9ECBF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95593-C6A2-9224-65FF-A0D70D731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B11E-0640-4EF2-86DB-B6D9A51F6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C3484-7955-97FF-81FC-4EE518A4B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B4CE73-E089-0834-EDB8-23E8EE726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E15A9-06A6-68BB-227E-483426ED0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4533-5300-4816-AFD1-BA43A2621A1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88708-77F5-71E0-F04E-92A7F9B77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B0391-29BB-8865-4994-86B73B842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B11E-0640-4EF2-86DB-B6D9A51F6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78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BB9B0B-3B96-4887-21A8-5AE9AD2EDB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53D73-A6B8-AF56-1DAB-18A916BCA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A3421-CB98-032C-70A6-80A832C71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4533-5300-4816-AFD1-BA43A2621A1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E9136-1995-CA9B-57F7-1C77CD5A6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B544C-7EC5-F288-EFE3-E99A6081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B11E-0640-4EF2-86DB-B6D9A51F6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54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032B2C-9858-10BF-8064-86D2E4364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F0036-BA9D-0E2B-1697-FCCB754FD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8D369-4DA0-41EE-742C-4EF080C9A6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94533-5300-4816-AFD1-BA43A2621A1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6FCC-2AE1-C4AE-A7B8-D71EFD68FA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2DBD7-23CD-BAD3-630E-32B0147B2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04B11E-0640-4EF2-86DB-B6D9A51F6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5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87C53-4895-963E-CB8A-358233FF4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2608" y="1380564"/>
            <a:ext cx="4561369" cy="2346229"/>
          </a:xfrm>
        </p:spPr>
        <p:txBody>
          <a:bodyPr anchor="b">
            <a:normAutofit/>
          </a:bodyPr>
          <a:lstStyle/>
          <a:p>
            <a:r>
              <a:rPr lang="en-US" sz="5400" dirty="0"/>
              <a:t>IC Compassion</a:t>
            </a:r>
            <a:br>
              <a:rPr lang="en-US" sz="5400" dirty="0"/>
            </a:br>
            <a:br>
              <a:rPr lang="en-US" sz="1600" dirty="0"/>
            </a:br>
            <a:r>
              <a:rPr lang="en-US" sz="4000" dirty="0"/>
              <a:t>Food Pantry Tracker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DB786-93FC-D3FA-2F07-BC4E9EEC7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2608" y="3913239"/>
            <a:ext cx="4561369" cy="1564196"/>
          </a:xfrm>
        </p:spPr>
        <p:txBody>
          <a:bodyPr anchor="t">
            <a:normAutofit/>
          </a:bodyPr>
          <a:lstStyle/>
          <a:p>
            <a:r>
              <a:rPr lang="en-US" sz="2000" i="1" dirty="0">
                <a:solidFill>
                  <a:srgbClr val="595959"/>
                </a:solidFill>
              </a:rPr>
              <a:t>CS3980 Topics in Computer Science</a:t>
            </a:r>
          </a:p>
          <a:p>
            <a:r>
              <a:rPr lang="en-US" sz="2000" dirty="0">
                <a:solidFill>
                  <a:srgbClr val="595959"/>
                </a:solidFill>
              </a:rPr>
              <a:t>Meredith Onions, Sage Etling, and Mia Dukle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857407F-F34A-EAD3-04C4-C6E1A9F30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10935" y="1394244"/>
            <a:ext cx="4018430" cy="4069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5811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9D6D7-9FA2-CEEA-BF72-5C73665E6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EED0C-0C26-11A6-F27B-E497B747D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3068"/>
            <a:ext cx="10515600" cy="488980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 </a:t>
            </a:r>
            <a:r>
              <a:rPr lang="en-US" dirty="0">
                <a:solidFill>
                  <a:srgbClr val="FF5050"/>
                </a:solidFill>
              </a:rPr>
              <a:t>IC Compassion</a:t>
            </a:r>
            <a:r>
              <a:rPr lang="en-US" dirty="0"/>
              <a:t>: an organization in Iowa City dedicated to supporting immigrants and refugees with legal help, employment, and food security</a:t>
            </a:r>
          </a:p>
          <a:p>
            <a:r>
              <a:rPr lang="en-US" dirty="0"/>
              <a:t>Met with </a:t>
            </a:r>
            <a:r>
              <a:rPr lang="en-US" dirty="0">
                <a:solidFill>
                  <a:srgbClr val="FF5050"/>
                </a:solidFill>
              </a:rPr>
              <a:t>stakeholders</a:t>
            </a:r>
            <a:r>
              <a:rPr lang="en-US" dirty="0"/>
              <a:t> to identify gaps and needs</a:t>
            </a:r>
          </a:p>
          <a:p>
            <a:r>
              <a:rPr lang="en-US" dirty="0"/>
              <a:t>Out of many services, the </a:t>
            </a:r>
            <a:r>
              <a:rPr lang="en-US" dirty="0">
                <a:solidFill>
                  <a:srgbClr val="FF5050"/>
                </a:solidFill>
              </a:rPr>
              <a:t>Food Pantry </a:t>
            </a:r>
            <a:r>
              <a:rPr lang="en-US" dirty="0"/>
              <a:t>was identified </a:t>
            </a:r>
          </a:p>
          <a:p>
            <a:r>
              <a:rPr lang="en-US" dirty="0"/>
              <a:t>Record visitors and other data points to </a:t>
            </a:r>
            <a:r>
              <a:rPr lang="en-US" dirty="0">
                <a:solidFill>
                  <a:srgbClr val="FF5050"/>
                </a:solidFill>
              </a:rPr>
              <a:t>aggregate statistics</a:t>
            </a:r>
          </a:p>
          <a:p>
            <a:r>
              <a:rPr lang="en-US" dirty="0">
                <a:solidFill>
                  <a:srgbClr val="FF5050"/>
                </a:solidFill>
              </a:rPr>
              <a:t>Goal</a:t>
            </a:r>
            <a:r>
              <a:rPr lang="en-US" dirty="0"/>
              <a:t>: create a base, functional app that IC </a:t>
            </a:r>
          </a:p>
          <a:p>
            <a:pPr marL="0" indent="0">
              <a:buNone/>
            </a:pPr>
            <a:r>
              <a:rPr lang="en-US" dirty="0"/>
              <a:t>    Compassion can continue to develop with </a:t>
            </a:r>
          </a:p>
          <a:p>
            <a:pPr marL="0" indent="0">
              <a:buNone/>
            </a:pPr>
            <a:r>
              <a:rPr lang="en-US" dirty="0"/>
              <a:t>    the help of IT Consultants and Cybersecurity </a:t>
            </a:r>
          </a:p>
          <a:p>
            <a:pPr marL="0" indent="0">
              <a:buNone/>
            </a:pPr>
            <a:r>
              <a:rPr lang="en-US" dirty="0"/>
              <a:t>    experts to store and record data pertinent to </a:t>
            </a:r>
          </a:p>
          <a:p>
            <a:pPr marL="0" indent="0">
              <a:buNone/>
            </a:pPr>
            <a:r>
              <a:rPr lang="en-US" dirty="0"/>
              <a:t>    the Food Pantry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3C09662-4E68-64D8-8D0E-A05FF6BC8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793" y="4047971"/>
            <a:ext cx="3686329" cy="249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2574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75DF-3F67-5832-6FFB-F36BCA7FF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Successes and Hardships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FAA2F-3F1E-7B99-F5EC-CD6B60944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4878" y="1781380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US" i="1" dirty="0">
                <a:solidFill>
                  <a:srgbClr val="FF5050"/>
                </a:solidFill>
              </a:rPr>
              <a:t>Hardships</a:t>
            </a:r>
          </a:p>
          <a:p>
            <a:r>
              <a:rPr lang="en-US" dirty="0"/>
              <a:t>Lots of new learning </a:t>
            </a:r>
            <a:r>
              <a:rPr lang="en-US" dirty="0">
                <a:sym typeface="Wingdings" panose="05000000000000000000" pitchFamily="2" charset="2"/>
              </a:rPr>
              <a:t> interesting, but </a:t>
            </a:r>
            <a:r>
              <a:rPr lang="en-US" dirty="0"/>
              <a:t>time-intensive</a:t>
            </a:r>
          </a:p>
          <a:p>
            <a:r>
              <a:rPr lang="en-US" dirty="0"/>
              <a:t>Working with stakeholders means designing and revising plans</a:t>
            </a:r>
          </a:p>
          <a:p>
            <a:r>
              <a:rPr lang="en-US" dirty="0"/>
              <a:t>Working on different parts of the project independently and then putting it together was challenging at times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B3EBDCD-015F-C3E5-0310-80361D0B69F4}"/>
              </a:ext>
            </a:extLst>
          </p:cNvPr>
          <p:cNvSpPr txBox="1">
            <a:spLocks/>
          </p:cNvSpPr>
          <p:nvPr/>
        </p:nvSpPr>
        <p:spPr>
          <a:xfrm>
            <a:off x="838200" y="1781380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>
                <a:solidFill>
                  <a:srgbClr val="FF5050"/>
                </a:solidFill>
              </a:rPr>
              <a:t>Successes</a:t>
            </a:r>
          </a:p>
          <a:p>
            <a:r>
              <a:rPr lang="en-US" dirty="0"/>
              <a:t> Worked well in a team and combined each other’s strengths</a:t>
            </a:r>
          </a:p>
          <a:p>
            <a:r>
              <a:rPr lang="en-US" dirty="0"/>
              <a:t>Matched styling to current IC Compassion website</a:t>
            </a:r>
          </a:p>
          <a:p>
            <a:r>
              <a:rPr lang="en-US" dirty="0"/>
              <a:t>Incorporated all necessary features + those specific to IC Compassion</a:t>
            </a:r>
          </a:p>
          <a:p>
            <a:r>
              <a:rPr lang="en-US" dirty="0"/>
              <a:t>Proud of the app we built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910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9B82C-9001-7587-61B7-6D89D205C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FC671-90FD-F647-551A-C18E849E3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Users can </a:t>
            </a:r>
            <a:r>
              <a:rPr lang="en-US" dirty="0">
                <a:solidFill>
                  <a:srgbClr val="FF5050"/>
                </a:solidFill>
              </a:rPr>
              <a:t>register, log in, and logout </a:t>
            </a:r>
            <a:r>
              <a:rPr lang="en-US" dirty="0"/>
              <a:t>the system.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Two levels of User Roles: </a:t>
            </a:r>
            <a:r>
              <a:rPr lang="en-US" dirty="0" err="1">
                <a:solidFill>
                  <a:srgbClr val="FF5050"/>
                </a:solidFill>
              </a:rPr>
              <a:t>BasicUser</a:t>
            </a:r>
            <a:r>
              <a:rPr lang="en-US" dirty="0"/>
              <a:t> (for visitors to schedule when they come in) and </a:t>
            </a:r>
            <a:r>
              <a:rPr lang="en-US" dirty="0" err="1">
                <a:solidFill>
                  <a:srgbClr val="FF5050"/>
                </a:solidFill>
              </a:rPr>
              <a:t>SuperAdmin</a:t>
            </a:r>
            <a:r>
              <a:rPr lang="en-US" dirty="0"/>
              <a:t> (has all functionality, including ability to change role of users)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>
                <a:solidFill>
                  <a:srgbClr val="FF5050"/>
                </a:solidFill>
              </a:rPr>
              <a:t>5 collections </a:t>
            </a:r>
            <a:r>
              <a:rPr lang="en-US" dirty="0"/>
              <a:t>with data persisted in MongoDB: files, </a:t>
            </a:r>
            <a:r>
              <a:rPr lang="en-US" dirty="0" err="1"/>
              <a:t>pantry_records</a:t>
            </a:r>
            <a:r>
              <a:rPr lang="en-US" dirty="0"/>
              <a:t>, scheduling, stock, and users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Users and admins can </a:t>
            </a:r>
            <a:r>
              <a:rPr lang="en-US" dirty="0">
                <a:solidFill>
                  <a:srgbClr val="FF5050"/>
                </a:solidFill>
              </a:rPr>
              <a:t>upload/download files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Users </a:t>
            </a:r>
            <a:r>
              <a:rPr lang="en-US" dirty="0">
                <a:solidFill>
                  <a:srgbClr val="FF5050"/>
                </a:solidFill>
              </a:rPr>
              <a:t>submit forms </a:t>
            </a:r>
            <a:r>
              <a:rPr lang="en-US" dirty="0"/>
              <a:t>to schedule when they will come to the pantry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>
                <a:solidFill>
                  <a:srgbClr val="FF5050"/>
                </a:solidFill>
              </a:rPr>
              <a:t>Logs</a:t>
            </a:r>
            <a:r>
              <a:rPr lang="en-US" dirty="0"/>
              <a:t> are detailed and persisted to files on disk.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>
                <a:solidFill>
                  <a:srgbClr val="FF5050"/>
                </a:solidFill>
              </a:rPr>
              <a:t>Testing</a:t>
            </a:r>
            <a:r>
              <a:rPr lang="en-US" dirty="0"/>
              <a:t> is present and sufficient across routers</a:t>
            </a:r>
          </a:p>
        </p:txBody>
      </p:sp>
    </p:spTree>
    <p:extLst>
      <p:ext uri="{BB962C8B-B14F-4D97-AF65-F5344CB8AC3E}">
        <p14:creationId xmlns:p14="http://schemas.microsoft.com/office/powerpoint/2010/main" val="438578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E8B8D-DF01-7C08-5301-C3022AFCCA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7B4357-87D4-EE5C-DA61-D3AC407BD8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npm</a:t>
            </a:r>
            <a:r>
              <a:rPr lang="en-US" dirty="0"/>
              <a:t> run dev</a:t>
            </a:r>
          </a:p>
          <a:p>
            <a:r>
              <a:rPr lang="en-US" dirty="0" err="1"/>
              <a:t>uvicorn</a:t>
            </a:r>
            <a:r>
              <a:rPr lang="en-US" dirty="0"/>
              <a:t> </a:t>
            </a:r>
            <a:r>
              <a:rPr lang="en-US" dirty="0" err="1"/>
              <a:t>main:app</a:t>
            </a:r>
            <a:r>
              <a:rPr lang="en-US" dirty="0"/>
              <a:t> --reload</a:t>
            </a:r>
          </a:p>
        </p:txBody>
      </p:sp>
    </p:spTree>
    <p:extLst>
      <p:ext uri="{BB962C8B-B14F-4D97-AF65-F5344CB8AC3E}">
        <p14:creationId xmlns:p14="http://schemas.microsoft.com/office/powerpoint/2010/main" val="2849767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307</Words>
  <Application>Microsoft Office PowerPoint</Application>
  <PresentationFormat>Widescreen</PresentationFormat>
  <Paragraphs>43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IC Compassion  Food Pantry Tracker</vt:lpstr>
      <vt:lpstr>Background</vt:lpstr>
      <vt:lpstr>Successes and Hardships</vt:lpstr>
      <vt:lpstr>Project Requirements</vt:lpstr>
      <vt:lpstr>Demo!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Dukle, Mia</dc:creator>
  <cp:lastModifiedBy>Dukle, Mia</cp:lastModifiedBy>
  <cp:revision>1</cp:revision>
  <dcterms:created xsi:type="dcterms:W3CDTF">2026-05-03T16:38:45Z</dcterms:created>
  <dcterms:modified xsi:type="dcterms:W3CDTF">2026-05-05T01:06:52Z</dcterms:modified>
</cp:coreProperties>
</file>